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notesMasterIdLst>
    <p:notesMasterId r:id="rId10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— introduce the project name and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space. Each point builds on the last — from raw capability gaps to the nuanced problem of intent-aware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 — what it does and the data flow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 — what it does and the data flow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 — what it does and the data flow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 — what it does and the data flow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 — what it does and the data flow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pillars that every design decision comes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flows left to right. Note: layer numbers don't match execution order — they reflect the order they were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Tree-sitter gives us incremental, error-tolerant parsing. Content-addressed IDs mean the same code always produces the same identity — crucial for diffing and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two-stage approach: first find candidates via text matching, then rerank using structural graph relationships. This is what makes vexb structure-aware.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two-stage approach: first find candidates via text matching, then rerank using structural graph relationships. This is what makes vexb structure-aware.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two-stage approach: first find candidates via text matching, then rerank using structural graph relationships. This is what makes vexb structure-aware.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Staleness tracking avoids rebuilding capsules when nothing relevant has changed — a significant efficiency win for large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vexb's most distinctive design choices — intent shapes everything downstream. No ML means this runs in microseconds.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Profiles are the bridge between intent classification and capsule assembly — they translate "what kind of task" into "how to build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Profiles are the bridge between intent classification and capsule assembly — they translate "what kind of task" into "how to build context."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capsule is vexb's core output artifact. Graceful degradation means you always get useful context even under tight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gives vexb session continuity — it remembers what happened and surfaces relevant history when you come back to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handoff payload is what makes vexb composable — any downstream tool or agent gets structured, trustworthy context with full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MCP server is vexb's integration surface — it exposes every capability as a tool that AI assistants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minimal dependency footprint is intentional — vexb is designed to be trustworthy and self-contained.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minimal dependency footprint is intentional — vexb is designed to be trustworthy and self-contained.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choices together create a system you can trust — deterministic, explainable, and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choices together create a system you can trust — deterministic, explainable, and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choices together create a system you can trust — deterministic, explainable, and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choices together create a system you can trust — deterministic, explainable, and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choices together create a system you can trust — deterministic, explainable, and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designed for extension — adding a new language is a parser + grammar, everything downstream just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vexb — Local Deterministic Code Indexer</dc:title>
  <dc:subject>PptxGenJS Presentation</dc:subject>
  <dc:creator>Calvin Pieters</dc:creator>
  <cp:lastModifiedBy>Calvin Pieters</cp:lastModifiedBy>
  <cp:revision>1</cp:revision>
  <dcterms:created xsi:type="dcterms:W3CDTF">2026-04-14T20:06:56Z</dcterms:created>
  <dcterms:modified xsi:type="dcterms:W3CDTF">2026-04-14T20:06:56Z</dcterms:modified>
</cp:coreProperties>
</file>